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Demand Forecasting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for: {{CLIENT}}</a:t>
            </a:r>
          </a:p>
          <a:p>
            <a:r>
              <a:t>Presented by: {{VENDOR}}</a:t>
            </a:r>
          </a:p>
          <a:p>
            <a:r>
              <a:t>Industry: {{INDUSTRY}}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{{EXECUTIVE_SUMMARY}}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Approach:</a:t>
            </a:r>
          </a:p>
          <a:p>
            <a:pPr/>
            <a:r>
              <a:t>Method: {{METHODS}}</a:t>
            </a:r>
          </a:p>
          <a:p>
            <a:pPr/>
            <a:r>
              <a:t>Horizon: {{HORIZON}}</a:t>
            </a:r>
          </a:p>
          <a:p>
            <a:pPr/>
            <a:r>
              <a:t>Drivers: {{FEATURES_NARRATIVE}}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Details</a:t>
            </a:r>
          </a:p>
          <a:p>
            <a:r>
              <a:t>Budget: {{BUDGET}}</a:t>
            </a:r>
          </a:p>
          <a:p>
            <a:r>
              <a:t>Timeline: {{TIMELINE}}</a:t>
            </a:r>
          </a:p>
          <a:p/>
          <a:p>
            <a:r>
              <a:t>Cloud: {{CLOUD}}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{{PROBLEM_NARRATIVE}}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{{DATA_NARRATIVE}}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Intelligence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{{INTELLIGENCE_NARRATIVE}}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{{EXECUTION_NARRATIVE}}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