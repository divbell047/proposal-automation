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Chatbot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for: {{CLIENT}}</a:t>
            </a:r>
          </a:p>
          <a:p>
            <a:r>
              <a:t>Presented by: {{VENDOR}}</a:t>
            </a:r>
          </a:p>
          <a:p>
            <a:r>
              <a:t>Industry: {{INDUSTRY}}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{{EXECUTIVE_SUMMARY}}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Approach:</a:t>
            </a:r>
          </a:p>
          <a:p>
            <a:pPr/>
            <a:r>
              <a:t>Type: {{CHATBOT_TYPE}}</a:t>
            </a:r>
          </a:p>
          <a:p>
            <a:pPr/>
            <a:r>
              <a:t>Platforms: {{PLATFORMS}}</a:t>
            </a:r>
          </a:p>
          <a:p>
            <a:pPr/>
            <a:r>
              <a:t>Volume: {{QUERIES}}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Architectural Patterns:</a:t>
            </a:r>
          </a:p>
          <a:p>
            <a:pPr/>
            <a:r>
              <a:t>Channels: {{CHANNEL_STRATEGY}}</a:t>
            </a:r>
          </a:p>
          <a:p>
            <a:pPr/>
            <a:r>
              <a:t>Auth Method: {{AUTH_METHOD}}</a:t>
            </a:r>
          </a:p>
          <a:p>
            <a:pPr/>
            <a:r>
              <a:t>Orchestration: {{ORCHESTRATION}}</a:t>
            </a:r>
          </a:p>
          <a:p>
            <a:pPr/>
            <a:r>
              <a:t>Hosting: {{HOSTING_STRATEGY}}</a:t>
            </a:r>
          </a:p>
          <a:p>
            <a:pPr/>
            <a:r>
              <a:t>Knowledge: {{KNOWLEDGE_STRATEGY}}</a:t>
            </a:r>
          </a:p>
          <a:p>
            <a:pPr/>
            <a:r>
              <a:t>Guardrails: {{GUARDRAILS}}</a:t>
            </a:r>
          </a:p>
          <a:p>
            <a:pPr/>
            <a:r>
              <a:t>Phase: {{DEPLOYMENT_PHASE}}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Details</a:t>
            </a:r>
          </a:p>
          <a:p>
            <a:r>
              <a:t>Budget: {{BUDGET}}</a:t>
            </a:r>
          </a:p>
          <a:p>
            <a:r>
              <a:t>Timeline: {{TIMELINE}}</a:t>
            </a:r>
          </a:p>
          <a:p/>
          <a:p>
            <a:r>
              <a:t>Cloud: {{CLOUD}}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{{PROBLEM_NARRATIVE}}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{{DATA_NARRATIVE}}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{{INTELLIGENCE_NARRATIVE}}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{{EXECUTION_NARRATIVE}}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