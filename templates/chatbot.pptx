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Chatbot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Type: {{CHATBOT_TYPE}}</a:t>
            </a:r>
          </a:p>
          <a:p>
            <a:pPr/>
            <a:r>
              <a:t>Platforms: {{PLATFORMS}}</a:t>
            </a:r>
          </a:p>
          <a:p>
            <a:pPr/>
            <a:r>
              <a:t>Volume: {{QUERIES}}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>
            <a:r>
              <a:t>Cloud: {{CLOUD}}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